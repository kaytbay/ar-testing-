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erriweather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47975" y="-2847975"/>
            <a:ext cx="9525000" cy="95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0850" y="5009257"/>
            <a:ext cx="4429125" cy="63996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81025" y="969133"/>
            <a:ext cx="5490686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Bytak AR: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>
                <a:solidFill>
                  <a:srgbClr val="0070C0"/>
                </a:solidFill>
                <a:latin typeface="Merriweather"/>
                <a:ea typeface="Merriweather"/>
                <a:cs typeface="Merriweather"/>
                <a:sym typeface="Merriweather"/>
              </a:rPr>
              <a:t>Revolutionary Furniture Visualization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753719"/>
            <a:ext cx="5229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A Strategic Solution for Immersive Interior Design and Retail Optimization.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800850" y="1208782"/>
            <a:ext cx="465058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EA8DE"/>
                </a:solidFill>
                <a:latin typeface="Merriweather"/>
                <a:ea typeface="Merriweather"/>
                <a:cs typeface="Merriweather"/>
                <a:sym typeface="Merriweather"/>
              </a:rPr>
              <a:t>The Bytak Team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800850" y="1646932"/>
            <a:ext cx="4429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777036" y="2168664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Technical Core: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6757208" y="5379692"/>
            <a:ext cx="4429125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Supervised by </a:t>
            </a:r>
            <a:r>
              <a:rPr lang="en-US" sz="2000" b="1" i="1" u="none" strike="noStrike" cap="none" dirty="0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Dr. Fatma Elsaid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1" u="none" strike="noStrike" cap="none" dirty="0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 Eng. Ahmed Nasser &amp; Eng. Hisham Gamil</a:t>
            </a:r>
            <a:endParaRPr sz="2000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7229475" y="2789932"/>
            <a:ext cx="400050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Mohamed Sayed </a:t>
            </a:r>
            <a:r>
              <a:rPr lang="en-US" sz="1500" b="0" i="0" u="none" strike="noStrike" cap="none" dirty="0" err="1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AbdElrazek</a:t>
            </a:r>
            <a:endParaRPr lang="en-US" sz="1500" b="0" i="0" u="none" strike="noStrike" cap="none" dirty="0">
              <a:solidFill>
                <a:srgbClr val="ADB5BD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chemeClr val="bg1">
                    <a:lumMod val="75000"/>
                  </a:schemeClr>
                </a:solidFill>
                <a:latin typeface="Lato"/>
                <a:ea typeface="Lato"/>
                <a:cs typeface="Lato"/>
              </a:rPr>
              <a:t>Mohamed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Saleh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Kaytbay</a:t>
            </a:r>
            <a:endParaRPr lang="ar-EG" sz="1500" b="0" i="0" u="none" strike="noStrike" cap="none" dirty="0">
              <a:solidFill>
                <a:schemeClr val="bg1">
                  <a:lumMod val="75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7229475" y="3332857"/>
            <a:ext cx="4000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ADB5BD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Mohamed Saeed Hussein Fadl</a:t>
            </a:r>
            <a:endParaRPr sz="1500" dirty="0">
              <a:solidFill>
                <a:srgbClr val="ADB5BD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229475" y="3875782"/>
            <a:ext cx="4000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rgbClr val="ADB5BD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Mohamed Tamer Mohamed Saad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7262813" y="4320838"/>
            <a:ext cx="40005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rgbClr val="ADB5BD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Mohamed Rafat Naguib</a:t>
            </a:r>
            <a:endParaRPr dirty="0"/>
          </a:p>
        </p:txBody>
      </p:sp>
      <p:pic>
        <p:nvPicPr>
          <p:cNvPr id="99" name="Google Shape;9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0850" y="2832794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7036" y="3753744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4174" y="4260981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0606" y="4811263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9;p13" descr="image.png">
            <a:extLst>
              <a:ext uri="{FF2B5EF4-FFF2-40B4-BE49-F238E27FC236}">
                <a16:creationId xmlns:a16="http://schemas.microsoft.com/office/drawing/2014/main" id="{E83F90BA-810A-3E4E-B979-50E061A535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6097" y="3245869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Vision: Bridging the Digital-Physical Gap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581025" y="227647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Bytak AR addresses the fundamental uncertainty in furniture shopping. By projecting high-fidelity digital models into real-world spaces, we eliminate guesswork and design friction.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81025" y="347662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Strategic Impact: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3128962"/>
            <a:ext cx="52292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009650" y="3971925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Instant spatial awareness</a:t>
            </a: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 and fit validation.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09650" y="4514850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High-fidelity textures</a:t>
            </a: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 for material realism.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09650" y="5057775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Drastic reduction in return rates</a:t>
            </a: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 for retailers.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100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5529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09587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7475" y="3038475"/>
            <a:ext cx="7620000" cy="76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28962"/>
            <a:ext cx="52292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381750" y="2624137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EA8DE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SLAM Integration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381750" y="315753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Utilizing Vuforia's SLAM algorithms and Android ARCore, Bytak AR achieves near-instant horizontal surface tracking.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381750" y="3957637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Our sensor fusion approach combines vision-based point clouds with device gyroscope data to ensure a "rock-steady" experience even in challenging lighting conditions.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Ground Detection: Millimetric Precision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937420"/>
            <a:ext cx="34861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937420"/>
            <a:ext cx="34861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937420"/>
            <a:ext cx="348615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Dynamic Furniture Catalog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1825079"/>
            <a:ext cx="11029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Seamlessly navigate through a premium selection of assets without scene reloading. Our state-management ensures </a:t>
            </a:r>
            <a:r>
              <a:rPr lang="en-US" sz="18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O(1) swapping efficiency.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4550" y="335652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93908" y="4070895"/>
            <a:ext cx="30603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Classic Comfort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4604295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Elegant fabric armchair optimized for mobile AR rendering and performance.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95962" y="335652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4565808" y="4070895"/>
            <a:ext cx="30603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The Lounge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38675" y="4604295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Minimalist three-seater sofa modeled with highly accurate real-world scaling.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9775" y="335652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8337708" y="4070895"/>
            <a:ext cx="30603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Modern Dining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10575" y="4604295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Minimalist wooden table featuring precision PBR textures for lighting realism.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Intuitive Interaction: Y-Axis Control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81025" y="2314575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EA8DE"/>
                </a:solidFill>
                <a:latin typeface="Merriweather"/>
                <a:ea typeface="Merriweather"/>
                <a:cs typeface="Merriweather"/>
                <a:sym typeface="Merriweather"/>
              </a:rPr>
              <a:t>Single-Finger Rotation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81025" y="28479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Orientation is key to spatial design. Users can manipulate objects on the Y-axis with natural swipe gestures.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986087"/>
            <a:ext cx="52292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009650" y="3743325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360-degree rotation freedom.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09650" y="4286250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Responsive delta-position tracking.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09650" y="4829175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World-space alignment stability.</a:t>
            </a:r>
            <a:endParaRPr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814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324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86727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Realistic Scaling: Pinch-to-Zoom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81025" y="2833687"/>
            <a:ext cx="401181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4EA8DE"/>
                </a:solidFill>
                <a:latin typeface="Merriweather"/>
                <a:ea typeface="Merriweather"/>
                <a:cs typeface="Merriweather"/>
                <a:sym typeface="Merriweather"/>
              </a:rPr>
              <a:t>2.0x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81025" y="4357687"/>
            <a:ext cx="401181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MAX ZOOM FACTOR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54885" y="2767012"/>
            <a:ext cx="64371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EA8DE"/>
                </a:solidFill>
                <a:latin typeface="Merriweather"/>
                <a:ea typeface="Merriweather"/>
                <a:cs typeface="Merriweather"/>
                <a:sym typeface="Merriweather"/>
              </a:rPr>
              <a:t>Mathematically Clamped Proportions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54885" y="3300412"/>
            <a:ext cx="642744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Scaling is grounded in reality. Users can pinch to adjust furniture size within strict bounds (0.5x to 2.0x) to prevent unrealistic immersion breaks.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54885" y="4100512"/>
            <a:ext cx="642744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Our algorithm utilizes Mathf.Clamp and calculates the exact Vector2.Distance between touch points for perfectly smooth transitions.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19325"/>
            <a:ext cx="348615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219325"/>
            <a:ext cx="348615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219325"/>
            <a:ext cx="3486150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Stack: The Engine Behind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813911" y="3429000"/>
            <a:ext cx="302037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Unity 3D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85825" y="3962400"/>
            <a:ext cx="28765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Built on the 2022.3.x LTS version for long-term stability and high-performance rendering.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585811" y="3429000"/>
            <a:ext cx="302037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Vuforia SDK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657725" y="3962400"/>
            <a:ext cx="28765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Integration with ARCore for superior device pose tracking and surface detection.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357711" y="3429000"/>
            <a:ext cx="302037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C# (.NET)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429625" y="3962400"/>
            <a:ext cx="28765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Clean, modular scripting architecture following OOP principles for scalability.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4550" y="26670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875" y="26670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67862" y="2667000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57425"/>
            <a:ext cx="11029950" cy="250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Modular Architecture Overview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485900" y="2733675"/>
            <a:ext cx="9648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ChangeFurnitures.cs:</a:t>
            </a: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 Manages O(1) state-toggling of models, optimizing RAM usage during sessions.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485900" y="3371850"/>
            <a:ext cx="9648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RotateAndPinch.cs:</a:t>
            </a: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 Advanced multi-touch handler distinguishing between UI and AR world-space inputs.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485900" y="4010025"/>
            <a:ext cx="9648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MenuController.cs:</a:t>
            </a:r>
            <a:r>
              <a:rPr lang="en-US" sz="15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 Handles lifecycle transitions and optimized scene loading from the main menu.</a:t>
            </a:r>
            <a:endParaRPr/>
          </a:p>
        </p:txBody>
      </p:sp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275" y="27717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34099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40481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09700"/>
            <a:ext cx="1102995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Impact: The Future of Retail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81025" y="5426422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Bytak AR is not just a tool, but a ROI-driven commercial solution.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705475" y="1133475"/>
            <a:ext cx="11430000" cy="114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4529137"/>
            <a:ext cx="3505200" cy="12762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43587" y="1119336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4580810" y="1976586"/>
            <a:ext cx="3030378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9FA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3609975" y="3073747"/>
            <a:ext cx="49720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Thank you for your time and consideration.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4629150" y="4814887"/>
            <a:ext cx="2933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Supervised by </a:t>
            </a:r>
            <a:r>
              <a:rPr lang="en-US" sz="1650" b="1" i="0" u="none" strike="noStrike" cap="none">
                <a:solidFill>
                  <a:srgbClr val="F8F9FA"/>
                </a:solidFill>
                <a:latin typeface="Lato"/>
                <a:ea typeface="Lato"/>
                <a:cs typeface="Lato"/>
                <a:sym typeface="Lato"/>
              </a:rPr>
              <a:t>Dr. Fatma Elsaid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4629150" y="5245298"/>
            <a:ext cx="2933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DB5BD"/>
                </a:solidFill>
                <a:latin typeface="Lato"/>
                <a:ea typeface="Lato"/>
                <a:cs typeface="Lato"/>
                <a:sym typeface="Lato"/>
              </a:rPr>
              <a:t>Eng. Ahmed Nasser | Eng. Hisham Gamil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Merriweather</vt:lpstr>
      <vt:lpstr>Calibri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محمد صالح حميده محمد قايتباى</cp:lastModifiedBy>
  <cp:revision>5</cp:revision>
  <dcterms:modified xsi:type="dcterms:W3CDTF">2026-05-12T05:14:18Z</dcterms:modified>
</cp:coreProperties>
</file>