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477000" y="-3810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612058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PROJECT SHOWCASE 2024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183558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Bytak AR: Revolutionary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94A3B8"/>
                </a:solidFill>
                <a:latin typeface="Merriweather"/>
                <a:ea typeface="Merriweather"/>
                <a:cs typeface="Merriweather"/>
                <a:sym typeface="Merriweather"/>
              </a:rPr>
              <a:t>Furniture Visualization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7150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Strategic Solution for Immersive Interior Design and Retail Optimization.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183" y="17621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15696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Advancing Innovation: The Bytak Team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425196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187821" y="21145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Leadership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92165" y="3668689"/>
            <a:ext cx="4905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               Mohamed Saleh </a:t>
            </a:r>
            <a:r>
              <a:rPr lang="en-US" sz="1500" b="0" i="0" u="none" strike="noStrike" cap="none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Kaytbay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187821" y="30003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Technical Core: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187821" y="5285613"/>
            <a:ext cx="52863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Supervised by Dr. Fatma Elsaid, Eng. Ahmed Nasser, and Eng. Hisham Gamil.</a:t>
            </a:r>
            <a:endParaRPr sz="200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454521" y="34766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568818" y="340423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Mohamed Sayed </a:t>
            </a:r>
            <a:r>
              <a:rPr lang="en-US" sz="1500" b="0" i="0" u="none" strike="noStrike" cap="none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Abdulrazek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Soliman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6454521" y="3762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568819" y="4000119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Mohamed Saeed Hussein Fadl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6454521" y="40481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68817" y="4346408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Mohamed Tamer Mohamed Saad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454521" y="4395176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68821" y="469201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Mohamed Rafat Naguib</a:t>
            </a:r>
            <a:endParaRPr/>
          </a:p>
        </p:txBody>
      </p:sp>
      <p:pic>
        <p:nvPicPr>
          <p:cNvPr id="2" name="Google Shape;111;p14" descr="image.png">
            <a:extLst>
              <a:ext uri="{FF2B5EF4-FFF2-40B4-BE49-F238E27FC236}">
                <a16:creationId xmlns:a16="http://schemas.microsoft.com/office/drawing/2014/main" id="{10B84E19-1309-7C30-C594-6C7C101A68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52" y="2714625"/>
            <a:ext cx="52292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AB4526-34F1-598F-C55A-BD81BEB1FC90}"/>
              </a:ext>
            </a:extLst>
          </p:cNvPr>
          <p:cNvSpPr txBox="1"/>
          <p:nvPr/>
        </p:nvSpPr>
        <p:spPr>
          <a:xfrm>
            <a:off x="6375745" y="4728932"/>
            <a:ext cx="386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Vision: Bridging the Digital-Physical Gap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39077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Bytak AR addresses the fundamental uncertainty in furniture shopping. By projecting high-fidelity digital models into real-world spaces, we eliminate guesswork and design friction.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4385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Strategic Impact: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00125" y="391477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Instant spatial awareness and fit validation.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44386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High-fidelity textures for material realism.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49625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Drastic reduction in return rates for retailers.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528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767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006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762000" y="571500"/>
            <a:ext cx="500062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Ground Detection: Millimetric Precision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47625" cy="8953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18478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SLAM Integration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2574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Utilizing Vuforia's SLAM algorithms and Android ARCore, Bytak AR achieves near-instant horizontal surface tracking.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01942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Our sensor fusion approach combines vision-based point clouds with device gyroscope data to ensure a "rock-steady" experience even in challenging lighting conditions.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52687"/>
            <a:ext cx="3492549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52687"/>
            <a:ext cx="3492549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52687"/>
            <a:ext cx="3492549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76537"/>
            <a:ext cx="29210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549" y="2776537"/>
            <a:ext cx="29210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849" y="2776537"/>
            <a:ext cx="29210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 Furniture Catalog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159543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Seamlessly navigate through a premium selection of assets without scene reloading. Our state-management ensures O(1) swapping efficiency.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7250" y="482441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Modern Dining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7250" y="5233987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Minimalist wooden table with precision PBR textures.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35549" y="482441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Classic Comfort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35549" y="5233987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Elegant fabric armchair optimized for mobile AR rendering.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13849" y="482441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Lounge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13849" y="5233987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Minimalist three-seater sofa with accurate scaling.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2776537"/>
            <a:ext cx="29210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35549" y="2776537"/>
            <a:ext cx="29210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13849" y="2776537"/>
            <a:ext cx="2921049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Intuitive Interaction: Y-Axis Control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334125" y="24717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Single-Finger Rotation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34125" y="28813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Orientation is key to spatial design. Users can manipulate objects on the Y-axis with natural swipe gestures.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62750" y="36433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360-degree rotation freedom.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62750" y="41671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Responsive delta-position tracking.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762750" y="46910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World-space alignment stability.</a:t>
            </a:r>
            <a:endParaRPr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6814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05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72916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7350" y="3238500"/>
            <a:ext cx="66294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Realistic Scaling: Pinch-to-Zoom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843212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2.0x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4367212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MAX ZOOM FACTOR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467350" y="2066925"/>
            <a:ext cx="6724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Mathematically Clamped Proportions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467350" y="2476500"/>
            <a:ext cx="6629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Scaling is grounded in reality. Users can pinch to adjust furniture size within strict bounds (0.5x to 2.0x) to prevent unrealistic immersion breaks.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7350" y="3238500"/>
            <a:ext cx="66294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86025"/>
            <a:ext cx="349254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86025"/>
            <a:ext cx="349254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86025"/>
            <a:ext cx="3492549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Stack: The Engine Behind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57250" y="3457575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Unity 3D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57250" y="3867150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Built on the 2022.3.x LTS version for long-term stability and high-performance rendering.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635549" y="3457575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Vuforia SDK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635549" y="3867150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Integration with ARCore for superior device pose tracking and surface detection.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413849" y="3457575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C# (.NET)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413849" y="3867150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Clean, modular scripting architecture following OOP principles for scalability.</a:t>
            </a:r>
            <a:endParaRPr/>
          </a:p>
        </p:txBody>
      </p:sp>
      <p:pic>
        <p:nvPicPr>
          <p:cNvPr id="199" name="Google Shape;19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8479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549" y="2847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849" y="2847975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Modular Architecture Overview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000125" y="287178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ChangeFurnitures.cs</a:t>
            </a:r>
            <a:r>
              <a:rPr lang="en-US" sz="1500" b="1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Manages O(1) state-toggling of models, optimizing RAM usage during sessions.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1000125" y="33956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RotateAndPinch.cs: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Advanced multi-touch handler distinguishing between UI and AR world-space inputs.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000125" y="391953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MenuController.cs: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Handles lifecycle transitions and optimized scene loading from the main menu.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098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33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5763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00175"/>
            <a:ext cx="110490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Impact: The Future of Retail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54625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Bytak AR is not just a tool, but a ROI-driven commercial solution.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/>
          <p:nvPr/>
        </p:nvSpPr>
        <p:spPr>
          <a:xfrm>
            <a:off x="-4762500" y="2095500"/>
            <a:ext cx="9525000" cy="952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295275" y="1293465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71500" y="242113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Thank you for your time and consideration.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508813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www.bytakar.com | team@bytakar.com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384988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Supervised by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Dr. Fatma Elsaid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432613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Eng. Ahmed Nasser | Eng. Hisham Gamil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Merriweather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محمد صالح حميده محمد قايتباى</cp:lastModifiedBy>
  <cp:revision>3</cp:revision>
  <dcterms:modified xsi:type="dcterms:W3CDTF">2026-05-12T05:17:44Z</dcterms:modified>
</cp:coreProperties>
</file>